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6DB053-BB58-494F-AF08-34F8AAAD61B4}" v="43" dt="2026-02-02T21:20:46.7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4" d="100"/>
          <a:sy n="94" d="100"/>
        </p:scale>
        <p:origin x="-888" y="-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shard, Neil Joseph" userId="7be36a79-b54d-4d2a-9ee0-5bb2c944c337" providerId="ADAL" clId="{F3520F75-802F-4E53-BEF2-9A226827473E}"/>
    <pc:docChg chg="undo custSel addSld modSld">
      <pc:chgData name="Maushard, Neil Joseph" userId="7be36a79-b54d-4d2a-9ee0-5bb2c944c337" providerId="ADAL" clId="{F3520F75-802F-4E53-BEF2-9A226827473E}" dt="2026-02-02T21:22:47.255" v="1131" actId="1582"/>
      <pc:docMkLst>
        <pc:docMk/>
      </pc:docMkLst>
      <pc:sldChg chg="addSp delSp modSp new mod">
        <pc:chgData name="Maushard, Neil Joseph" userId="7be36a79-b54d-4d2a-9ee0-5bb2c944c337" providerId="ADAL" clId="{F3520F75-802F-4E53-BEF2-9A226827473E}" dt="2026-02-02T20:52:09.300" v="475" actId="20577"/>
        <pc:sldMkLst>
          <pc:docMk/>
          <pc:sldMk cId="1661428514" sldId="256"/>
        </pc:sldMkLst>
        <pc:spChg chg="del">
          <ac:chgData name="Maushard, Neil Joseph" userId="7be36a79-b54d-4d2a-9ee0-5bb2c944c337" providerId="ADAL" clId="{F3520F75-802F-4E53-BEF2-9A226827473E}" dt="2026-02-02T20:41:02.023" v="2" actId="478"/>
          <ac:spMkLst>
            <pc:docMk/>
            <pc:sldMk cId="1661428514" sldId="256"/>
            <ac:spMk id="2" creationId="{4D4ADA81-48BB-BADB-AA54-1FB43C0B6E0A}"/>
          </ac:spMkLst>
        </pc:spChg>
        <pc:spChg chg="del">
          <ac:chgData name="Maushard, Neil Joseph" userId="7be36a79-b54d-4d2a-9ee0-5bb2c944c337" providerId="ADAL" clId="{F3520F75-802F-4E53-BEF2-9A226827473E}" dt="2026-02-02T20:41:04.633" v="3" actId="478"/>
          <ac:spMkLst>
            <pc:docMk/>
            <pc:sldMk cId="1661428514" sldId="256"/>
            <ac:spMk id="3" creationId="{9F7F1467-FCC6-1A36-C2AD-D4572ADEA4B6}"/>
          </ac:spMkLst>
        </pc:spChg>
        <pc:spChg chg="add del">
          <ac:chgData name="Maushard, Neil Joseph" userId="7be36a79-b54d-4d2a-9ee0-5bb2c944c337" providerId="ADAL" clId="{F3520F75-802F-4E53-BEF2-9A226827473E}" dt="2026-02-02T20:43:25.183" v="17" actId="11529"/>
          <ac:spMkLst>
            <pc:docMk/>
            <pc:sldMk cId="1661428514" sldId="256"/>
            <ac:spMk id="8" creationId="{B8FC52A3-03F1-3AE3-43B1-0EB4C13F7FF1}"/>
          </ac:spMkLst>
        </pc:spChg>
        <pc:spChg chg="add del">
          <ac:chgData name="Maushard, Neil Joseph" userId="7be36a79-b54d-4d2a-9ee0-5bb2c944c337" providerId="ADAL" clId="{F3520F75-802F-4E53-BEF2-9A226827473E}" dt="2026-02-02T20:44:01.414" v="19" actId="11529"/>
          <ac:spMkLst>
            <pc:docMk/>
            <pc:sldMk cId="1661428514" sldId="256"/>
            <ac:spMk id="9" creationId="{6858F5B5-949B-DEE3-EAB5-DAE487B7B8E2}"/>
          </ac:spMkLst>
        </pc:spChg>
        <pc:spChg chg="add mod">
          <ac:chgData name="Maushard, Neil Joseph" userId="7be36a79-b54d-4d2a-9ee0-5bb2c944c337" providerId="ADAL" clId="{F3520F75-802F-4E53-BEF2-9A226827473E}" dt="2026-02-02T20:48:06.196" v="90" actId="1038"/>
          <ac:spMkLst>
            <pc:docMk/>
            <pc:sldMk cId="1661428514" sldId="256"/>
            <ac:spMk id="10" creationId="{5A126BA2-9A6C-0212-7DD7-AD230948BF00}"/>
          </ac:spMkLst>
        </pc:spChg>
        <pc:spChg chg="add mod">
          <ac:chgData name="Maushard, Neil Joseph" userId="7be36a79-b54d-4d2a-9ee0-5bb2c944c337" providerId="ADAL" clId="{F3520F75-802F-4E53-BEF2-9A226827473E}" dt="2026-02-02T20:52:09.300" v="475" actId="20577"/>
          <ac:spMkLst>
            <pc:docMk/>
            <pc:sldMk cId="1661428514" sldId="256"/>
            <ac:spMk id="11" creationId="{95031D9D-3A3D-C3D9-1E60-EA4424D5A35B}"/>
          </ac:spMkLst>
        </pc:spChg>
        <pc:picChg chg="add del mod">
          <ac:chgData name="Maushard, Neil Joseph" userId="7be36a79-b54d-4d2a-9ee0-5bb2c944c337" providerId="ADAL" clId="{F3520F75-802F-4E53-BEF2-9A226827473E}" dt="2026-02-02T20:41:57.903" v="12" actId="478"/>
          <ac:picMkLst>
            <pc:docMk/>
            <pc:sldMk cId="1661428514" sldId="256"/>
            <ac:picMk id="5" creationId="{18A7CA40-9D1B-C8E7-254F-2506C9CEB0F6}"/>
          </ac:picMkLst>
        </pc:picChg>
        <pc:picChg chg="add mod">
          <ac:chgData name="Maushard, Neil Joseph" userId="7be36a79-b54d-4d2a-9ee0-5bb2c944c337" providerId="ADAL" clId="{F3520F75-802F-4E53-BEF2-9A226827473E}" dt="2026-02-02T20:43:24.292" v="16" actId="1076"/>
          <ac:picMkLst>
            <pc:docMk/>
            <pc:sldMk cId="1661428514" sldId="256"/>
            <ac:picMk id="7" creationId="{3FC169F2-8C35-E6B1-A668-161FF3B56663}"/>
          </ac:picMkLst>
        </pc:picChg>
      </pc:sldChg>
      <pc:sldChg chg="addSp delSp modSp add mod">
        <pc:chgData name="Maushard, Neil Joseph" userId="7be36a79-b54d-4d2a-9ee0-5bb2c944c337" providerId="ADAL" clId="{F3520F75-802F-4E53-BEF2-9A226827473E}" dt="2026-02-02T21:07:04.324" v="751" actId="14100"/>
        <pc:sldMkLst>
          <pc:docMk/>
          <pc:sldMk cId="1651793101" sldId="257"/>
        </pc:sldMkLst>
        <pc:spChg chg="add mod">
          <ac:chgData name="Maushard, Neil Joseph" userId="7be36a79-b54d-4d2a-9ee0-5bb2c944c337" providerId="ADAL" clId="{F3520F75-802F-4E53-BEF2-9A226827473E}" dt="2026-02-02T21:01:59.097" v="543" actId="14100"/>
          <ac:spMkLst>
            <pc:docMk/>
            <pc:sldMk cId="1651793101" sldId="257"/>
            <ac:spMk id="24" creationId="{C606A221-73D5-35F7-8C2D-B6498625C43E}"/>
          </ac:spMkLst>
        </pc:spChg>
        <pc:spChg chg="add del mod">
          <ac:chgData name="Maushard, Neil Joseph" userId="7be36a79-b54d-4d2a-9ee0-5bb2c944c337" providerId="ADAL" clId="{F3520F75-802F-4E53-BEF2-9A226827473E}" dt="2026-02-02T21:02:02.331" v="544" actId="478"/>
          <ac:spMkLst>
            <pc:docMk/>
            <pc:sldMk cId="1651793101" sldId="257"/>
            <ac:spMk id="25" creationId="{B74E7B7D-6B6F-693F-709F-FB2296C3598B}"/>
          </ac:spMkLst>
        </pc:spChg>
        <pc:spChg chg="add mod">
          <ac:chgData name="Maushard, Neil Joseph" userId="7be36a79-b54d-4d2a-9ee0-5bb2c944c337" providerId="ADAL" clId="{F3520F75-802F-4E53-BEF2-9A226827473E}" dt="2026-02-02T21:02:18.694" v="547" actId="14100"/>
          <ac:spMkLst>
            <pc:docMk/>
            <pc:sldMk cId="1651793101" sldId="257"/>
            <ac:spMk id="26" creationId="{5C73362F-25FB-F84C-A3EA-DC0F9659BA71}"/>
          </ac:spMkLst>
        </pc:spChg>
        <pc:spChg chg="add del mod">
          <ac:chgData name="Maushard, Neil Joseph" userId="7be36a79-b54d-4d2a-9ee0-5bb2c944c337" providerId="ADAL" clId="{F3520F75-802F-4E53-BEF2-9A226827473E}" dt="2026-02-02T21:02:21.786" v="548" actId="478"/>
          <ac:spMkLst>
            <pc:docMk/>
            <pc:sldMk cId="1651793101" sldId="257"/>
            <ac:spMk id="27" creationId="{EF5A01BE-0689-FF2E-F91C-29F2B6DB2BE5}"/>
          </ac:spMkLst>
        </pc:spChg>
        <pc:spChg chg="add del mod">
          <ac:chgData name="Maushard, Neil Joseph" userId="7be36a79-b54d-4d2a-9ee0-5bb2c944c337" providerId="ADAL" clId="{F3520F75-802F-4E53-BEF2-9A226827473E}" dt="2026-02-02T21:02:23.676" v="549" actId="478"/>
          <ac:spMkLst>
            <pc:docMk/>
            <pc:sldMk cId="1651793101" sldId="257"/>
            <ac:spMk id="28" creationId="{522ED5D4-5C02-4A3C-A90D-7DAFA67BD854}"/>
          </ac:spMkLst>
        </pc:spChg>
        <pc:spChg chg="add del mod">
          <ac:chgData name="Maushard, Neil Joseph" userId="7be36a79-b54d-4d2a-9ee0-5bb2c944c337" providerId="ADAL" clId="{F3520F75-802F-4E53-BEF2-9A226827473E}" dt="2026-02-02T21:03:21.329" v="569" actId="478"/>
          <ac:spMkLst>
            <pc:docMk/>
            <pc:sldMk cId="1651793101" sldId="257"/>
            <ac:spMk id="31" creationId="{6383F158-C048-5383-44C8-CB18D80087A0}"/>
          </ac:spMkLst>
        </pc:spChg>
        <pc:spChg chg="add mod">
          <ac:chgData name="Maushard, Neil Joseph" userId="7be36a79-b54d-4d2a-9ee0-5bb2c944c337" providerId="ADAL" clId="{F3520F75-802F-4E53-BEF2-9A226827473E}" dt="2026-02-02T21:02:10.055" v="546" actId="1076"/>
          <ac:spMkLst>
            <pc:docMk/>
            <pc:sldMk cId="1651793101" sldId="257"/>
            <ac:spMk id="32" creationId="{5AFEDE0A-0453-7C3D-90BC-64D4F1FD937E}"/>
          </ac:spMkLst>
        </pc:spChg>
        <pc:spChg chg="add mod">
          <ac:chgData name="Maushard, Neil Joseph" userId="7be36a79-b54d-4d2a-9ee0-5bb2c944c337" providerId="ADAL" clId="{F3520F75-802F-4E53-BEF2-9A226827473E}" dt="2026-02-02T21:02:28.304" v="551" actId="1076"/>
          <ac:spMkLst>
            <pc:docMk/>
            <pc:sldMk cId="1651793101" sldId="257"/>
            <ac:spMk id="33" creationId="{4EB6389D-A5D3-7A25-6167-559638CB8440}"/>
          </ac:spMkLst>
        </pc:spChg>
        <pc:spChg chg="add mod">
          <ac:chgData name="Maushard, Neil Joseph" userId="7be36a79-b54d-4d2a-9ee0-5bb2c944c337" providerId="ADAL" clId="{F3520F75-802F-4E53-BEF2-9A226827473E}" dt="2026-02-02T21:04:44.944" v="581" actId="1076"/>
          <ac:spMkLst>
            <pc:docMk/>
            <pc:sldMk cId="1651793101" sldId="257"/>
            <ac:spMk id="34" creationId="{2181CCE1-EA9F-7DCB-B9EB-DA57629AF417}"/>
          </ac:spMkLst>
        </pc:spChg>
        <pc:spChg chg="add mod">
          <ac:chgData name="Maushard, Neil Joseph" userId="7be36a79-b54d-4d2a-9ee0-5bb2c944c337" providerId="ADAL" clId="{F3520F75-802F-4E53-BEF2-9A226827473E}" dt="2026-02-02T21:04:04.098" v="574" actId="1076"/>
          <ac:spMkLst>
            <pc:docMk/>
            <pc:sldMk cId="1651793101" sldId="257"/>
            <ac:spMk id="35" creationId="{8D4D9E2F-953A-48F1-E3B2-4389B7D250FF}"/>
          </ac:spMkLst>
        </pc:spChg>
        <pc:spChg chg="add mod">
          <ac:chgData name="Maushard, Neil Joseph" userId="7be36a79-b54d-4d2a-9ee0-5bb2c944c337" providerId="ADAL" clId="{F3520F75-802F-4E53-BEF2-9A226827473E}" dt="2026-02-02T21:06:06.521" v="702" actId="1076"/>
          <ac:spMkLst>
            <pc:docMk/>
            <pc:sldMk cId="1651793101" sldId="257"/>
            <ac:spMk id="38" creationId="{A80A959D-7C01-A4FB-F258-47234B7EC281}"/>
          </ac:spMkLst>
        </pc:spChg>
        <pc:spChg chg="add mod">
          <ac:chgData name="Maushard, Neil Joseph" userId="7be36a79-b54d-4d2a-9ee0-5bb2c944c337" providerId="ADAL" clId="{F3520F75-802F-4E53-BEF2-9A226827473E}" dt="2026-02-02T21:07:04.324" v="751" actId="14100"/>
          <ac:spMkLst>
            <pc:docMk/>
            <pc:sldMk cId="1651793101" sldId="257"/>
            <ac:spMk id="39" creationId="{460076B7-8B1D-8BCB-2418-891D8F81B2E9}"/>
          </ac:spMkLst>
        </pc:spChg>
        <pc:spChg chg="add del mod">
          <ac:chgData name="Maushard, Neil Joseph" userId="7be36a79-b54d-4d2a-9ee0-5bb2c944c337" providerId="ADAL" clId="{F3520F75-802F-4E53-BEF2-9A226827473E}" dt="2026-02-02T21:06:37.771" v="722" actId="478"/>
          <ac:spMkLst>
            <pc:docMk/>
            <pc:sldMk cId="1651793101" sldId="257"/>
            <ac:spMk id="40" creationId="{646EF11C-87EA-E7A7-E03E-900C39FDABBC}"/>
          </ac:spMkLst>
        </pc:spChg>
        <pc:spChg chg="add del mod">
          <ac:chgData name="Maushard, Neil Joseph" userId="7be36a79-b54d-4d2a-9ee0-5bb2c944c337" providerId="ADAL" clId="{F3520F75-802F-4E53-BEF2-9A226827473E}" dt="2026-02-02T21:06:33.552" v="719" actId="478"/>
          <ac:spMkLst>
            <pc:docMk/>
            <pc:sldMk cId="1651793101" sldId="257"/>
            <ac:spMk id="41" creationId="{EFDD181E-A851-3FE6-7924-619801054969}"/>
          </ac:spMkLst>
        </pc:spChg>
        <pc:spChg chg="add del mod">
          <ac:chgData name="Maushard, Neil Joseph" userId="7be36a79-b54d-4d2a-9ee0-5bb2c944c337" providerId="ADAL" clId="{F3520F75-802F-4E53-BEF2-9A226827473E}" dt="2026-02-02T21:06:32.261" v="718" actId="478"/>
          <ac:spMkLst>
            <pc:docMk/>
            <pc:sldMk cId="1651793101" sldId="257"/>
            <ac:spMk id="42" creationId="{34DA608A-6F47-B28B-A451-FA8CFD688276}"/>
          </ac:spMkLst>
        </pc:spChg>
        <pc:spChg chg="add mod">
          <ac:chgData name="Maushard, Neil Joseph" userId="7be36a79-b54d-4d2a-9ee0-5bb2c944c337" providerId="ADAL" clId="{F3520F75-802F-4E53-BEF2-9A226827473E}" dt="2026-02-02T21:06:21.920" v="713" actId="14100"/>
          <ac:spMkLst>
            <pc:docMk/>
            <pc:sldMk cId="1651793101" sldId="257"/>
            <ac:spMk id="43" creationId="{A3F58983-0F10-2342-D8E9-A82701C43D18}"/>
          </ac:spMkLst>
        </pc:spChg>
        <pc:spChg chg="add mod">
          <ac:chgData name="Maushard, Neil Joseph" userId="7be36a79-b54d-4d2a-9ee0-5bb2c944c337" providerId="ADAL" clId="{F3520F75-802F-4E53-BEF2-9A226827473E}" dt="2026-02-02T21:06:26.295" v="715" actId="1076"/>
          <ac:spMkLst>
            <pc:docMk/>
            <pc:sldMk cId="1651793101" sldId="257"/>
            <ac:spMk id="44" creationId="{E2E7C360-721E-042D-7EC8-16FB9EAC480C}"/>
          </ac:spMkLst>
        </pc:spChg>
        <pc:spChg chg="add mod">
          <ac:chgData name="Maushard, Neil Joseph" userId="7be36a79-b54d-4d2a-9ee0-5bb2c944c337" providerId="ADAL" clId="{F3520F75-802F-4E53-BEF2-9A226827473E}" dt="2026-02-02T21:06:54.725" v="748" actId="1076"/>
          <ac:spMkLst>
            <pc:docMk/>
            <pc:sldMk cId="1651793101" sldId="257"/>
            <ac:spMk id="45" creationId="{E9A09BDF-7331-C3A0-E193-E2D64F57ECB8}"/>
          </ac:spMkLst>
        </pc:spChg>
        <pc:spChg chg="add mod">
          <ac:chgData name="Maushard, Neil Joseph" userId="7be36a79-b54d-4d2a-9ee0-5bb2c944c337" providerId="ADAL" clId="{F3520F75-802F-4E53-BEF2-9A226827473E}" dt="2026-02-02T21:07:02.370" v="750" actId="14100"/>
          <ac:spMkLst>
            <pc:docMk/>
            <pc:sldMk cId="1651793101" sldId="257"/>
            <ac:spMk id="46" creationId="{09DE8611-F4A3-0E36-3B92-BCC45755356B}"/>
          </ac:spMkLst>
        </pc:spChg>
        <pc:picChg chg="add del mod">
          <ac:chgData name="Maushard, Neil Joseph" userId="7be36a79-b54d-4d2a-9ee0-5bb2c944c337" providerId="ADAL" clId="{F3520F75-802F-4E53-BEF2-9A226827473E}" dt="2026-02-02T21:06:35.737" v="721" actId="478"/>
          <ac:picMkLst>
            <pc:docMk/>
            <pc:sldMk cId="1651793101" sldId="257"/>
            <ac:picMk id="3" creationId="{5B9DF44B-C7B0-CC73-E329-B220CA6EB4F5}"/>
          </ac:picMkLst>
        </pc:picChg>
        <pc:picChg chg="del">
          <ac:chgData name="Maushard, Neil Joseph" userId="7be36a79-b54d-4d2a-9ee0-5bb2c944c337" providerId="ADAL" clId="{F3520F75-802F-4E53-BEF2-9A226827473E}" dt="2026-02-02T20:41:09.660" v="5" actId="478"/>
          <ac:picMkLst>
            <pc:docMk/>
            <pc:sldMk cId="1651793101" sldId="257"/>
            <ac:picMk id="5" creationId="{6A8D3C9E-9788-ECAC-395A-ADF48C8AB886}"/>
          </ac:picMkLst>
        </pc:picChg>
        <pc:cxnChg chg="add del mod">
          <ac:chgData name="Maushard, Neil Joseph" userId="7be36a79-b54d-4d2a-9ee0-5bb2c944c337" providerId="ADAL" clId="{F3520F75-802F-4E53-BEF2-9A226827473E}" dt="2026-02-02T21:04:10.470" v="575" actId="478"/>
          <ac:cxnSpMkLst>
            <pc:docMk/>
            <pc:sldMk cId="1651793101" sldId="257"/>
            <ac:cxnSpMk id="6" creationId="{CF822F04-FAA7-BB85-5CD3-A0F7501A7E8C}"/>
          </ac:cxnSpMkLst>
        </pc:cxnChg>
        <pc:cxnChg chg="add del mod">
          <ac:chgData name="Maushard, Neil Joseph" userId="7be36a79-b54d-4d2a-9ee0-5bb2c944c337" providerId="ADAL" clId="{F3520F75-802F-4E53-BEF2-9A226827473E}" dt="2026-02-02T21:04:23.733" v="578" actId="478"/>
          <ac:cxnSpMkLst>
            <pc:docMk/>
            <pc:sldMk cId="1651793101" sldId="257"/>
            <ac:cxnSpMk id="8" creationId="{62720F77-04ED-27A0-919A-49C52F4D17D9}"/>
          </ac:cxnSpMkLst>
        </pc:cxnChg>
        <pc:cxnChg chg="add mod">
          <ac:chgData name="Maushard, Neil Joseph" userId="7be36a79-b54d-4d2a-9ee0-5bb2c944c337" providerId="ADAL" clId="{F3520F75-802F-4E53-BEF2-9A226827473E}" dt="2026-02-02T20:56:18.667" v="504" actId="208"/>
          <ac:cxnSpMkLst>
            <pc:docMk/>
            <pc:sldMk cId="1651793101" sldId="257"/>
            <ac:cxnSpMk id="11" creationId="{3F459FF1-8C9B-BF59-5A3C-BC09B015155F}"/>
          </ac:cxnSpMkLst>
        </pc:cxnChg>
        <pc:cxnChg chg="add mod">
          <ac:chgData name="Maushard, Neil Joseph" userId="7be36a79-b54d-4d2a-9ee0-5bb2c944c337" providerId="ADAL" clId="{F3520F75-802F-4E53-BEF2-9A226827473E}" dt="2026-02-02T20:56:18.667" v="504" actId="208"/>
          <ac:cxnSpMkLst>
            <pc:docMk/>
            <pc:sldMk cId="1651793101" sldId="257"/>
            <ac:cxnSpMk id="12" creationId="{E6BA3C3F-F26E-8E2C-3C37-E812B43563D7}"/>
          </ac:cxnSpMkLst>
        </pc:cxnChg>
        <pc:cxnChg chg="add mod">
          <ac:chgData name="Maushard, Neil Joseph" userId="7be36a79-b54d-4d2a-9ee0-5bb2c944c337" providerId="ADAL" clId="{F3520F75-802F-4E53-BEF2-9A226827473E}" dt="2026-02-02T20:56:18.667" v="504" actId="208"/>
          <ac:cxnSpMkLst>
            <pc:docMk/>
            <pc:sldMk cId="1651793101" sldId="257"/>
            <ac:cxnSpMk id="21" creationId="{7C01C4CC-6AAB-D645-1B83-07A1C6BA20BA}"/>
          </ac:cxnSpMkLst>
        </pc:cxnChg>
        <pc:cxnChg chg="add mod">
          <ac:chgData name="Maushard, Neil Joseph" userId="7be36a79-b54d-4d2a-9ee0-5bb2c944c337" providerId="ADAL" clId="{F3520F75-802F-4E53-BEF2-9A226827473E}" dt="2026-02-02T20:56:18.667" v="504" actId="208"/>
          <ac:cxnSpMkLst>
            <pc:docMk/>
            <pc:sldMk cId="1651793101" sldId="257"/>
            <ac:cxnSpMk id="22" creationId="{DA2CB4F8-4CB6-B56E-6F75-BF4A9D3F3276}"/>
          </ac:cxnSpMkLst>
        </pc:cxnChg>
        <pc:cxnChg chg="add del">
          <ac:chgData name="Maushard, Neil Joseph" userId="7be36a79-b54d-4d2a-9ee0-5bb2c944c337" providerId="ADAL" clId="{F3520F75-802F-4E53-BEF2-9A226827473E}" dt="2026-02-02T21:01:08.119" v="536" actId="11529"/>
          <ac:cxnSpMkLst>
            <pc:docMk/>
            <pc:sldMk cId="1651793101" sldId="257"/>
            <ac:cxnSpMk id="30" creationId="{6752EC77-1117-2B4A-CB61-A587999ACDD8}"/>
          </ac:cxnSpMkLst>
        </pc:cxnChg>
        <pc:cxnChg chg="add mod">
          <ac:chgData name="Maushard, Neil Joseph" userId="7be36a79-b54d-4d2a-9ee0-5bb2c944c337" providerId="ADAL" clId="{F3520F75-802F-4E53-BEF2-9A226827473E}" dt="2026-02-02T21:04:18.698" v="577" actId="1076"/>
          <ac:cxnSpMkLst>
            <pc:docMk/>
            <pc:sldMk cId="1651793101" sldId="257"/>
            <ac:cxnSpMk id="36" creationId="{81A75013-6401-3A81-D71B-E8BC05363AF6}"/>
          </ac:cxnSpMkLst>
        </pc:cxnChg>
        <pc:cxnChg chg="add mod">
          <ac:chgData name="Maushard, Neil Joseph" userId="7be36a79-b54d-4d2a-9ee0-5bb2c944c337" providerId="ADAL" clId="{F3520F75-802F-4E53-BEF2-9A226827473E}" dt="2026-02-02T21:04:29.542" v="580" actId="1076"/>
          <ac:cxnSpMkLst>
            <pc:docMk/>
            <pc:sldMk cId="1651793101" sldId="257"/>
            <ac:cxnSpMk id="37" creationId="{6D8A5E1C-65E1-CE6E-756B-C15F339791D9}"/>
          </ac:cxnSpMkLst>
        </pc:cxnChg>
      </pc:sldChg>
      <pc:sldChg chg="addSp modSp add mod">
        <pc:chgData name="Maushard, Neil Joseph" userId="7be36a79-b54d-4d2a-9ee0-5bb2c944c337" providerId="ADAL" clId="{F3520F75-802F-4E53-BEF2-9A226827473E}" dt="2026-02-02T21:14:00.249" v="779" actId="1076"/>
        <pc:sldMkLst>
          <pc:docMk/>
          <pc:sldMk cId="2777186337" sldId="258"/>
        </pc:sldMkLst>
        <pc:spChg chg="add mod">
          <ac:chgData name="Maushard, Neil Joseph" userId="7be36a79-b54d-4d2a-9ee0-5bb2c944c337" providerId="ADAL" clId="{F3520F75-802F-4E53-BEF2-9A226827473E}" dt="2026-02-02T21:13:11.972" v="771" actId="1076"/>
          <ac:spMkLst>
            <pc:docMk/>
            <pc:sldMk cId="2777186337" sldId="258"/>
            <ac:spMk id="8" creationId="{AB143A00-5D3B-13CB-0E2D-DB9B7983906D}"/>
          </ac:spMkLst>
        </pc:spChg>
        <pc:spChg chg="mod">
          <ac:chgData name="Maushard, Neil Joseph" userId="7be36a79-b54d-4d2a-9ee0-5bb2c944c337" providerId="ADAL" clId="{F3520F75-802F-4E53-BEF2-9A226827473E}" dt="2026-02-02T21:13:27.822" v="774" actId="1076"/>
          <ac:spMkLst>
            <pc:docMk/>
            <pc:sldMk cId="2777186337" sldId="258"/>
            <ac:spMk id="9" creationId="{67BCAA4C-C61C-187A-752F-7BA3972C42FB}"/>
          </ac:spMkLst>
        </pc:spChg>
        <pc:spChg chg="add mod">
          <ac:chgData name="Maushard, Neil Joseph" userId="7be36a79-b54d-4d2a-9ee0-5bb2c944c337" providerId="ADAL" clId="{F3520F75-802F-4E53-BEF2-9A226827473E}" dt="2026-02-02T21:13:38.432" v="776" actId="1076"/>
          <ac:spMkLst>
            <pc:docMk/>
            <pc:sldMk cId="2777186337" sldId="258"/>
            <ac:spMk id="10" creationId="{4EA2903D-673A-8F5E-5C21-69FC52FC3342}"/>
          </ac:spMkLst>
        </pc:spChg>
        <pc:spChg chg="add mod">
          <ac:chgData name="Maushard, Neil Joseph" userId="7be36a79-b54d-4d2a-9ee0-5bb2c944c337" providerId="ADAL" clId="{F3520F75-802F-4E53-BEF2-9A226827473E}" dt="2026-02-02T21:13:53.252" v="778" actId="1076"/>
          <ac:spMkLst>
            <pc:docMk/>
            <pc:sldMk cId="2777186337" sldId="258"/>
            <ac:spMk id="11" creationId="{3048FC1A-A04C-A589-A982-330AF09F8F8B}"/>
          </ac:spMkLst>
        </pc:spChg>
        <pc:spChg chg="add mod">
          <ac:chgData name="Maushard, Neil Joseph" userId="7be36a79-b54d-4d2a-9ee0-5bb2c944c337" providerId="ADAL" clId="{F3520F75-802F-4E53-BEF2-9A226827473E}" dt="2026-02-02T21:14:00.249" v="779" actId="1076"/>
          <ac:spMkLst>
            <pc:docMk/>
            <pc:sldMk cId="2777186337" sldId="258"/>
            <ac:spMk id="12" creationId="{281E7000-8125-2B59-84B7-F4CE34A7EA17}"/>
          </ac:spMkLst>
        </pc:spChg>
        <pc:spChg chg="add mod">
          <ac:chgData name="Maushard, Neil Joseph" userId="7be36a79-b54d-4d2a-9ee0-5bb2c944c337" providerId="ADAL" clId="{F3520F75-802F-4E53-BEF2-9A226827473E}" dt="2026-02-02T21:12:58.689" v="769" actId="1076"/>
          <ac:spMkLst>
            <pc:docMk/>
            <pc:sldMk cId="2777186337" sldId="258"/>
            <ac:spMk id="13" creationId="{D51DDEBB-1654-0405-FC1F-A7BB812D53EF}"/>
          </ac:spMkLst>
        </pc:spChg>
        <pc:spChg chg="add mod">
          <ac:chgData name="Maushard, Neil Joseph" userId="7be36a79-b54d-4d2a-9ee0-5bb2c944c337" providerId="ADAL" clId="{F3520F75-802F-4E53-BEF2-9A226827473E}" dt="2026-02-02T21:12:58.689" v="769" actId="1076"/>
          <ac:spMkLst>
            <pc:docMk/>
            <pc:sldMk cId="2777186337" sldId="258"/>
            <ac:spMk id="16" creationId="{F55EBA7F-E5FA-0842-634C-F4154C89E0BB}"/>
          </ac:spMkLst>
        </pc:spChg>
        <pc:spChg chg="add mod">
          <ac:chgData name="Maushard, Neil Joseph" userId="7be36a79-b54d-4d2a-9ee0-5bb2c944c337" providerId="ADAL" clId="{F3520F75-802F-4E53-BEF2-9A226827473E}" dt="2026-02-02T21:13:32.041" v="775" actId="1076"/>
          <ac:spMkLst>
            <pc:docMk/>
            <pc:sldMk cId="2777186337" sldId="258"/>
            <ac:spMk id="17" creationId="{AD9FA9DF-A828-5DD0-5D9C-8900B7BE3567}"/>
          </ac:spMkLst>
        </pc:spChg>
        <pc:spChg chg="add mod">
          <ac:chgData name="Maushard, Neil Joseph" userId="7be36a79-b54d-4d2a-9ee0-5bb2c944c337" providerId="ADAL" clId="{F3520F75-802F-4E53-BEF2-9A226827473E}" dt="2026-02-02T21:14:00.249" v="779" actId="1076"/>
          <ac:spMkLst>
            <pc:docMk/>
            <pc:sldMk cId="2777186337" sldId="258"/>
            <ac:spMk id="18" creationId="{86A12C5B-4508-C20E-70DB-D3C26F9F29C4}"/>
          </ac:spMkLst>
        </pc:spChg>
        <pc:spChg chg="add mod">
          <ac:chgData name="Maushard, Neil Joseph" userId="7be36a79-b54d-4d2a-9ee0-5bb2c944c337" providerId="ADAL" clId="{F3520F75-802F-4E53-BEF2-9A226827473E}" dt="2026-02-02T21:13:53.252" v="778" actId="1076"/>
          <ac:spMkLst>
            <pc:docMk/>
            <pc:sldMk cId="2777186337" sldId="258"/>
            <ac:spMk id="19" creationId="{FF122CFA-B0D4-35E5-DE14-A5F2F4F3B8B9}"/>
          </ac:spMkLst>
        </pc:spChg>
        <pc:spChg chg="add mod">
          <ac:chgData name="Maushard, Neil Joseph" userId="7be36a79-b54d-4d2a-9ee0-5bb2c944c337" providerId="ADAL" clId="{F3520F75-802F-4E53-BEF2-9A226827473E}" dt="2026-02-02T21:13:48.123" v="777" actId="1076"/>
          <ac:spMkLst>
            <pc:docMk/>
            <pc:sldMk cId="2777186337" sldId="258"/>
            <ac:spMk id="20" creationId="{6F3ACA49-A5DB-91C3-C1F9-34D4D5DDC8B9}"/>
          </ac:spMkLst>
        </pc:spChg>
        <pc:spChg chg="mod">
          <ac:chgData name="Maushard, Neil Joseph" userId="7be36a79-b54d-4d2a-9ee0-5bb2c944c337" providerId="ADAL" clId="{F3520F75-802F-4E53-BEF2-9A226827473E}" dt="2026-02-02T21:13:38.432" v="776" actId="1076"/>
          <ac:spMkLst>
            <pc:docMk/>
            <pc:sldMk cId="2777186337" sldId="258"/>
            <ac:spMk id="21" creationId="{F0896DD8-780A-1753-CF76-6CCDEC141596}"/>
          </ac:spMkLst>
        </pc:spChg>
        <pc:picChg chg="add mod">
          <ac:chgData name="Maushard, Neil Joseph" userId="7be36a79-b54d-4d2a-9ee0-5bb2c944c337" providerId="ADAL" clId="{F3520F75-802F-4E53-BEF2-9A226827473E}" dt="2026-02-02T20:53:00.862" v="477"/>
          <ac:picMkLst>
            <pc:docMk/>
            <pc:sldMk cId="2777186337" sldId="258"/>
            <ac:picMk id="3" creationId="{ED6C9257-3A22-321A-5519-55A066565905}"/>
          </ac:picMkLst>
        </pc:picChg>
        <pc:cxnChg chg="mod">
          <ac:chgData name="Maushard, Neil Joseph" userId="7be36a79-b54d-4d2a-9ee0-5bb2c944c337" providerId="ADAL" clId="{F3520F75-802F-4E53-BEF2-9A226827473E}" dt="2026-02-02T21:12:09.723" v="759" actId="1076"/>
          <ac:cxnSpMkLst>
            <pc:docMk/>
            <pc:sldMk cId="2777186337" sldId="258"/>
            <ac:cxnSpMk id="4" creationId="{9A20660B-C112-41CC-AF7B-E1C5C24F2C6E}"/>
          </ac:cxnSpMkLst>
        </pc:cxnChg>
        <pc:cxnChg chg="mod">
          <ac:chgData name="Maushard, Neil Joseph" userId="7be36a79-b54d-4d2a-9ee0-5bb2c944c337" providerId="ADAL" clId="{F3520F75-802F-4E53-BEF2-9A226827473E}" dt="2026-02-02T21:12:18.374" v="761" actId="1076"/>
          <ac:cxnSpMkLst>
            <pc:docMk/>
            <pc:sldMk cId="2777186337" sldId="258"/>
            <ac:cxnSpMk id="5" creationId="{A94CD61B-169B-6A29-0A76-07AAB24EE758}"/>
          </ac:cxnSpMkLst>
        </pc:cxnChg>
        <pc:cxnChg chg="mod">
          <ac:chgData name="Maushard, Neil Joseph" userId="7be36a79-b54d-4d2a-9ee0-5bb2c944c337" providerId="ADAL" clId="{F3520F75-802F-4E53-BEF2-9A226827473E}" dt="2026-02-02T21:12:32.512" v="765" actId="14100"/>
          <ac:cxnSpMkLst>
            <pc:docMk/>
            <pc:sldMk cId="2777186337" sldId="258"/>
            <ac:cxnSpMk id="6" creationId="{A4044D41-0FC3-92B6-DC5D-607F46D1C75D}"/>
          </ac:cxnSpMkLst>
        </pc:cxnChg>
        <pc:cxnChg chg="mod">
          <ac:chgData name="Maushard, Neil Joseph" userId="7be36a79-b54d-4d2a-9ee0-5bb2c944c337" providerId="ADAL" clId="{F3520F75-802F-4E53-BEF2-9A226827473E}" dt="2026-02-02T21:12:46.722" v="768" actId="14100"/>
          <ac:cxnSpMkLst>
            <pc:docMk/>
            <pc:sldMk cId="2777186337" sldId="258"/>
            <ac:cxnSpMk id="7" creationId="{91E0B633-B934-138D-8AAA-9FF61C2DFC2B}"/>
          </ac:cxnSpMkLst>
        </pc:cxnChg>
        <pc:cxnChg chg="mod">
          <ac:chgData name="Maushard, Neil Joseph" userId="7be36a79-b54d-4d2a-9ee0-5bb2c944c337" providerId="ADAL" clId="{F3520F75-802F-4E53-BEF2-9A226827473E}" dt="2026-02-02T21:11:54.424" v="756" actId="1076"/>
          <ac:cxnSpMkLst>
            <pc:docMk/>
            <pc:sldMk cId="2777186337" sldId="258"/>
            <ac:cxnSpMk id="14" creationId="{17A98001-74D7-3540-AF7C-1BA26DEBC751}"/>
          </ac:cxnSpMkLst>
        </pc:cxnChg>
        <pc:cxnChg chg="mod">
          <ac:chgData name="Maushard, Neil Joseph" userId="7be36a79-b54d-4d2a-9ee0-5bb2c944c337" providerId="ADAL" clId="{F3520F75-802F-4E53-BEF2-9A226827473E}" dt="2026-02-02T21:12:01.294" v="758" actId="14100"/>
          <ac:cxnSpMkLst>
            <pc:docMk/>
            <pc:sldMk cId="2777186337" sldId="258"/>
            <ac:cxnSpMk id="15" creationId="{67B3A270-58C0-2959-6833-5171F133271E}"/>
          </ac:cxnSpMkLst>
        </pc:cxnChg>
      </pc:sldChg>
      <pc:sldChg chg="addSp delSp modSp add mod">
        <pc:chgData name="Maushard, Neil Joseph" userId="7be36a79-b54d-4d2a-9ee0-5bb2c944c337" providerId="ADAL" clId="{F3520F75-802F-4E53-BEF2-9A226827473E}" dt="2026-02-02T21:22:47.255" v="1131" actId="1582"/>
        <pc:sldMkLst>
          <pc:docMk/>
          <pc:sldMk cId="4084137512" sldId="259"/>
        </pc:sldMkLst>
        <pc:spChg chg="add del mod">
          <ac:chgData name="Maushard, Neil Joseph" userId="7be36a79-b54d-4d2a-9ee0-5bb2c944c337" providerId="ADAL" clId="{F3520F75-802F-4E53-BEF2-9A226827473E}" dt="2026-02-02T21:21:53.610" v="1120" actId="478"/>
          <ac:spMkLst>
            <pc:docMk/>
            <pc:sldMk cId="4084137512" sldId="259"/>
            <ac:spMk id="4" creationId="{B4C8E1F5-B44C-A01C-4BBD-D7EDE2E5E6AB}"/>
          </ac:spMkLst>
        </pc:spChg>
        <pc:spChg chg="add mod">
          <ac:chgData name="Maushard, Neil Joseph" userId="7be36a79-b54d-4d2a-9ee0-5bb2c944c337" providerId="ADAL" clId="{F3520F75-802F-4E53-BEF2-9A226827473E}" dt="2026-02-02T21:22:04.512" v="1123" actId="1076"/>
          <ac:spMkLst>
            <pc:docMk/>
            <pc:sldMk cId="4084137512" sldId="259"/>
            <ac:spMk id="5" creationId="{FBAFCEC9-BA0C-9D9C-A1D6-CBA2A796539B}"/>
          </ac:spMkLst>
        </pc:spChg>
        <pc:spChg chg="add mod">
          <ac:chgData name="Maushard, Neil Joseph" userId="7be36a79-b54d-4d2a-9ee0-5bb2c944c337" providerId="ADAL" clId="{F3520F75-802F-4E53-BEF2-9A226827473E}" dt="2026-02-02T21:22:33.191" v="1128" actId="1076"/>
          <ac:spMkLst>
            <pc:docMk/>
            <pc:sldMk cId="4084137512" sldId="259"/>
            <ac:spMk id="6" creationId="{CBC6F5A7-4B76-A964-73A6-4F93918EF32A}"/>
          </ac:spMkLst>
        </pc:spChg>
        <pc:picChg chg="add mod">
          <ac:chgData name="Maushard, Neil Joseph" userId="7be36a79-b54d-4d2a-9ee0-5bb2c944c337" providerId="ADAL" clId="{F3520F75-802F-4E53-BEF2-9A226827473E}" dt="2026-02-02T21:21:58.757" v="1122" actId="1076"/>
          <ac:picMkLst>
            <pc:docMk/>
            <pc:sldMk cId="4084137512" sldId="259"/>
            <ac:picMk id="3" creationId="{7B6C2CBA-DF3D-BF10-8CBD-7A00C2E21495}"/>
          </ac:picMkLst>
        </pc:picChg>
        <pc:cxnChg chg="add mod">
          <ac:chgData name="Maushard, Neil Joseph" userId="7be36a79-b54d-4d2a-9ee0-5bb2c944c337" providerId="ADAL" clId="{F3520F75-802F-4E53-BEF2-9A226827473E}" dt="2026-02-02T21:22:47.255" v="1131" actId="1582"/>
          <ac:cxnSpMkLst>
            <pc:docMk/>
            <pc:sldMk cId="4084137512" sldId="259"/>
            <ac:cxnSpMk id="8" creationId="{440512F4-3A84-36C8-7E79-94C4D4968061}"/>
          </ac:cxnSpMkLst>
        </pc:cxnChg>
      </pc:sldChg>
      <pc:sldChg chg="addSp delSp modSp add mod">
        <pc:chgData name="Maushard, Neil Joseph" userId="7be36a79-b54d-4d2a-9ee0-5bb2c944c337" providerId="ADAL" clId="{F3520F75-802F-4E53-BEF2-9A226827473E}" dt="2026-02-02T21:17:58.009" v="911" actId="1076"/>
        <pc:sldMkLst>
          <pc:docMk/>
          <pc:sldMk cId="622957883" sldId="260"/>
        </pc:sldMkLst>
        <pc:spChg chg="add mod">
          <ac:chgData name="Maushard, Neil Joseph" userId="7be36a79-b54d-4d2a-9ee0-5bb2c944c337" providerId="ADAL" clId="{F3520F75-802F-4E53-BEF2-9A226827473E}" dt="2026-02-02T21:16:54.983" v="790" actId="14100"/>
          <ac:spMkLst>
            <pc:docMk/>
            <pc:sldMk cId="622957883" sldId="260"/>
            <ac:spMk id="4" creationId="{4811AD80-78D1-B411-D91C-871881A7FBF2}"/>
          </ac:spMkLst>
        </pc:spChg>
        <pc:spChg chg="add mod">
          <ac:chgData name="Maushard, Neil Joseph" userId="7be36a79-b54d-4d2a-9ee0-5bb2c944c337" providerId="ADAL" clId="{F3520F75-802F-4E53-BEF2-9A226827473E}" dt="2026-02-02T21:16:59.977" v="792" actId="14100"/>
          <ac:spMkLst>
            <pc:docMk/>
            <pc:sldMk cId="622957883" sldId="260"/>
            <ac:spMk id="5" creationId="{D139473B-D342-D7A3-21E2-C132CEDFFC08}"/>
          </ac:spMkLst>
        </pc:spChg>
        <pc:spChg chg="add del mod">
          <ac:chgData name="Maushard, Neil Joseph" userId="7be36a79-b54d-4d2a-9ee0-5bb2c944c337" providerId="ADAL" clId="{F3520F75-802F-4E53-BEF2-9A226827473E}" dt="2026-02-02T21:17:09.530" v="795"/>
          <ac:spMkLst>
            <pc:docMk/>
            <pc:sldMk cId="622957883" sldId="260"/>
            <ac:spMk id="6" creationId="{0E37CC69-7542-A0AA-B91C-51CF2C55178A}"/>
          </ac:spMkLst>
        </pc:spChg>
        <pc:spChg chg="add mod">
          <ac:chgData name="Maushard, Neil Joseph" userId="7be36a79-b54d-4d2a-9ee0-5bb2c944c337" providerId="ADAL" clId="{F3520F75-802F-4E53-BEF2-9A226827473E}" dt="2026-02-02T21:17:58.009" v="911" actId="1076"/>
          <ac:spMkLst>
            <pc:docMk/>
            <pc:sldMk cId="622957883" sldId="260"/>
            <ac:spMk id="7" creationId="{B2FE0AAA-E750-5763-DBCF-C25AFB9C26BA}"/>
          </ac:spMkLst>
        </pc:spChg>
        <pc:picChg chg="add mod">
          <ac:chgData name="Maushard, Neil Joseph" userId="7be36a79-b54d-4d2a-9ee0-5bb2c944c337" providerId="ADAL" clId="{F3520F75-802F-4E53-BEF2-9A226827473E}" dt="2026-02-02T21:15:52.933" v="780"/>
          <ac:picMkLst>
            <pc:docMk/>
            <pc:sldMk cId="622957883" sldId="260"/>
            <ac:picMk id="3" creationId="{40ECF7AC-DF7F-EDF1-AE0C-FA640D64DBC0}"/>
          </ac:picMkLst>
        </pc:picChg>
      </pc:sldChg>
      <pc:sldChg chg="add">
        <pc:chgData name="Maushard, Neil Joseph" userId="7be36a79-b54d-4d2a-9ee0-5bb2c944c337" providerId="ADAL" clId="{F3520F75-802F-4E53-BEF2-9A226827473E}" dt="2026-02-02T20:41:11.750" v="9"/>
        <pc:sldMkLst>
          <pc:docMk/>
          <pc:sldMk cId="1462706020" sldId="261"/>
        </pc:sldMkLst>
      </pc:sldChg>
      <pc:sldChg chg="add">
        <pc:chgData name="Maushard, Neil Joseph" userId="7be36a79-b54d-4d2a-9ee0-5bb2c944c337" providerId="ADAL" clId="{F3520F75-802F-4E53-BEF2-9A226827473E}" dt="2026-02-02T20:41:11.897" v="10"/>
        <pc:sldMkLst>
          <pc:docMk/>
          <pc:sldMk cId="3882968784" sldId="262"/>
        </pc:sldMkLst>
      </pc:sldChg>
      <pc:sldChg chg="add">
        <pc:chgData name="Maushard, Neil Joseph" userId="7be36a79-b54d-4d2a-9ee0-5bb2c944c337" providerId="ADAL" clId="{F3520F75-802F-4E53-BEF2-9A226827473E}" dt="2026-02-02T20:41:12.044" v="11"/>
        <pc:sldMkLst>
          <pc:docMk/>
          <pc:sldMk cId="3011540102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6E5A62-AB05-4633-8C39-9FD4B42F80E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1B8D69-CC89-4E72-8DDC-5767A6E59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402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CEF1D-BFA8-365B-B7F7-680BC5FE44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0D9731-8E3B-F421-0547-8A0376B6CC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8FD28-416A-FB4E-F784-92214AFA1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AFA6E-4457-4D51-8D2D-F1F5361AF26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B912F-BA34-A552-F332-4B4019DD5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0B9F0-BF73-B2CF-08B7-23F54CC66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906AB-F3CC-4BF0-9484-9F8021ADA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139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93DE0-BB20-8B86-C883-7F7ECCAAE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92F97-2575-4942-6BF7-08CE61956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2B245-9E6E-CF2E-9A5A-0D555BD33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AFA6E-4457-4D51-8D2D-F1F5361AF26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EBAB2-7270-FD66-0838-B15B32608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0D80A-E45C-EE19-F4B6-EDD82F661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906AB-F3CC-4BF0-9484-9F8021ADA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172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5BD17-F4CC-AABE-D23D-6BD65308F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2D53F-3123-2F35-D83C-41A11F340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5430B-1464-07F7-D718-E7AD5139A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AFA6E-4457-4D51-8D2D-F1F5361AF26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6613F-F813-194C-5AE5-3723F6E14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46214-2946-889B-595D-624F9775A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906AB-F3CC-4BF0-9484-9F8021ADA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895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629E9-BEA7-ED50-67CF-DC35C51A5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46904-79D1-08C6-F077-96D9523092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B8CD25-71B4-AD6F-65B7-C8004230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609369-A72E-4B66-A061-C724B227C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AFA6E-4457-4D51-8D2D-F1F5361AF26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60F739-0B6E-54EF-539A-EC4866EC9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5A9C0E-1A76-9C51-0DCE-901A98F94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906AB-F3CC-4BF0-9484-9F8021ADA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792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46309-40D3-917D-D1AD-D8B7918BE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0BB70E-0076-5832-772A-27A73661D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5A095-06CC-0DEE-D8E0-F37F61335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140285-378F-4F4B-AFA2-30F5BFA73D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EC5783-16DF-28FD-4E73-4C9DF3CC10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897177-418E-FFD6-9150-80B40DD35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AFA6E-4457-4D51-8D2D-F1F5361AF26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95E8D6-B0A8-C721-B6EE-C8A65E4B4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383BF9-DC9E-10FC-973C-86671C96B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906AB-F3CC-4BF0-9484-9F8021ADA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030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8C703-D5B6-EA33-4B8D-33CD14FEB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27BD5E-D88F-B5BB-EDE1-D4748D341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AFA6E-4457-4D51-8D2D-F1F5361AF26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BB714F-616A-52BE-7406-BFA771BC3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1020CD-9C97-5861-4C63-CFA8F7AF2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906AB-F3CC-4BF0-9484-9F8021ADA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794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1103F0-37CE-1966-A13E-AD4A81587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AFA6E-4457-4D51-8D2D-F1F5361AF26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57ABC3-863D-55B5-DDE8-6ACA68E64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95595-C97C-8EA5-FD84-9306BC962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906AB-F3CC-4BF0-9484-9F8021ADA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39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8F380-C184-3504-1492-210D8523A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FABA7-CA62-D777-02DD-D0440EE7A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869604-590B-E174-D494-B4B0B820A5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DFE42-3D3D-A87D-FA38-ED201E173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AFA6E-4457-4D51-8D2D-F1F5361AF26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F7C44E-C888-3561-04D8-29D059ACB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71ECE-E618-F1B4-9452-7EDBD8955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906AB-F3CC-4BF0-9484-9F8021ADA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042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554E4-86E8-EFB2-9D3F-18537DB47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5B99D-9A1C-78FA-FDDB-471BF936ED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773B05-D12F-CA6A-00A8-40C2AC38B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7D965A-EF0A-5603-8076-750F68B66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AFA6E-4457-4D51-8D2D-F1F5361AF26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861232-2975-456B-8358-A6C8CFF02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420B83-CE5E-A92D-0C57-1B45B9E27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906AB-F3CC-4BF0-9484-9F8021ADA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753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3DC9B-8F9C-CE1A-7392-9F4D88D4C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8AA1FB-8E2E-B3B0-18FC-BB8E29A75F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8353B-35DE-368E-6CB5-B9CF38A58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AFA6E-4457-4D51-8D2D-F1F5361AF26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38527-C26B-7D23-F930-2498094B2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B7617-FBDB-B835-7E0C-959143C6A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906AB-F3CC-4BF0-9484-9F8021ADA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03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719080-5311-D25E-82EA-5A97622DC3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8F6577-F36A-77EF-FE4E-0AD4A2440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3DCA4-FA33-ACBE-A4F6-9C253B355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AFA6E-4457-4D51-8D2D-F1F5361AF26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7616E-8303-86F7-11D6-9FE40B92E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20E13-251C-7A53-5392-8F6E819A6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906AB-F3CC-4BF0-9484-9F8021ADA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389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9C9F10-63AA-0B72-EC81-8EEAFA04B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99D71-ED70-2107-78FD-0C93F2775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A84E4-C836-D82F-10F4-87464A2D60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7AFA6E-4457-4D51-8D2D-F1F5361AF26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107DB-C382-BAFC-81AA-98C8CB1894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821F8-AED0-6493-4C5A-3CC196B167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8906AB-F3CC-4BF0-9484-9F8021ADA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652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FC169F2-8C35-E6B1-A668-161FF3B566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2833" y="0"/>
            <a:ext cx="5146334" cy="6858000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5A126BA2-9A6C-0212-7DD7-AD230948BF00}"/>
              </a:ext>
            </a:extLst>
          </p:cNvPr>
          <p:cNvSpPr>
            <a:spLocks noChangeAspect="1"/>
          </p:cNvSpPr>
          <p:nvPr/>
        </p:nvSpPr>
        <p:spPr>
          <a:xfrm>
            <a:off x="-130628" y="2581896"/>
            <a:ext cx="12087496" cy="12087496"/>
          </a:xfrm>
          <a:prstGeom prst="ellipse">
            <a:avLst/>
          </a:prstGeom>
          <a:noFill/>
          <a:ln w="762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031D9D-3A3D-C3D9-1E60-EA4424D5A35B}"/>
              </a:ext>
            </a:extLst>
          </p:cNvPr>
          <p:cNvSpPr txBox="1"/>
          <p:nvPr/>
        </p:nvSpPr>
        <p:spPr>
          <a:xfrm>
            <a:off x="5084064" y="1170432"/>
            <a:ext cx="3187337" cy="1200329"/>
          </a:xfrm>
          <a:prstGeom prst="rect">
            <a:avLst/>
          </a:prstGeom>
          <a:solidFill>
            <a:schemeClr val="bg1"/>
          </a:solidFill>
          <a:ln w="317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Deflection at joints is improved, curvature is much closer to circular, but bowing could still be reduced further.</a:t>
            </a:r>
          </a:p>
        </p:txBody>
      </p:sp>
    </p:spTree>
    <p:extLst>
      <p:ext uri="{BB962C8B-B14F-4D97-AF65-F5344CB8AC3E}">
        <p14:creationId xmlns:p14="http://schemas.microsoft.com/office/powerpoint/2010/main" val="1661428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0D03E-9AA1-E0AA-090C-FCC68865A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9DF44B-C7B0-CC73-E329-B220CA6EB4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2833" y="0"/>
            <a:ext cx="5146334" cy="68580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F459FF1-8C9B-BF59-5A3C-BC09B015155F}"/>
              </a:ext>
            </a:extLst>
          </p:cNvPr>
          <p:cNvCxnSpPr>
            <a:cxnSpLocks/>
          </p:cNvCxnSpPr>
          <p:nvPr/>
        </p:nvCxnSpPr>
        <p:spPr>
          <a:xfrm flipV="1">
            <a:off x="6041136" y="3603812"/>
            <a:ext cx="499872" cy="38197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6BA3C3F-F26E-8E2C-3C37-E812B43563D7}"/>
              </a:ext>
            </a:extLst>
          </p:cNvPr>
          <p:cNvCxnSpPr>
            <a:cxnSpLocks/>
          </p:cNvCxnSpPr>
          <p:nvPr/>
        </p:nvCxnSpPr>
        <p:spPr>
          <a:xfrm flipV="1">
            <a:off x="6096000" y="4008471"/>
            <a:ext cx="538662" cy="4669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C01C4CC-6AAB-D645-1B83-07A1C6BA20BA}"/>
              </a:ext>
            </a:extLst>
          </p:cNvPr>
          <p:cNvCxnSpPr>
            <a:cxnSpLocks/>
          </p:cNvCxnSpPr>
          <p:nvPr/>
        </p:nvCxnSpPr>
        <p:spPr>
          <a:xfrm flipV="1">
            <a:off x="6180580" y="4783723"/>
            <a:ext cx="538662" cy="4669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A2CB4F8-4CB6-B56E-6F75-BF4A9D3F3276}"/>
              </a:ext>
            </a:extLst>
          </p:cNvPr>
          <p:cNvCxnSpPr>
            <a:cxnSpLocks/>
          </p:cNvCxnSpPr>
          <p:nvPr/>
        </p:nvCxnSpPr>
        <p:spPr>
          <a:xfrm flipV="1">
            <a:off x="6271677" y="5404548"/>
            <a:ext cx="493948" cy="5203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Multiplication Sign 23">
            <a:extLst>
              <a:ext uri="{FF2B5EF4-FFF2-40B4-BE49-F238E27FC236}">
                <a16:creationId xmlns:a16="http://schemas.microsoft.com/office/drawing/2014/main" id="{C606A221-73D5-35F7-8C2D-B6498625C43E}"/>
              </a:ext>
            </a:extLst>
          </p:cNvPr>
          <p:cNvSpPr/>
          <p:nvPr/>
        </p:nvSpPr>
        <p:spPr>
          <a:xfrm>
            <a:off x="6437968" y="2504061"/>
            <a:ext cx="327656" cy="352436"/>
          </a:xfrm>
          <a:prstGeom prst="mathMultiply">
            <a:avLst>
              <a:gd name="adj1" fmla="val 15804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L-Shape 25">
            <a:extLst>
              <a:ext uri="{FF2B5EF4-FFF2-40B4-BE49-F238E27FC236}">
                <a16:creationId xmlns:a16="http://schemas.microsoft.com/office/drawing/2014/main" id="{5C73362F-25FB-F84C-A3EA-DC0F9659BA71}"/>
              </a:ext>
            </a:extLst>
          </p:cNvPr>
          <p:cNvSpPr/>
          <p:nvPr/>
        </p:nvSpPr>
        <p:spPr>
          <a:xfrm rot="19142757">
            <a:off x="6683572" y="3706381"/>
            <a:ext cx="375073" cy="166303"/>
          </a:xfrm>
          <a:prstGeom prst="corner">
            <a:avLst>
              <a:gd name="adj1" fmla="val 42284"/>
              <a:gd name="adj2" fmla="val 40356"/>
            </a:avLst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Multiplication Sign 31">
            <a:extLst>
              <a:ext uri="{FF2B5EF4-FFF2-40B4-BE49-F238E27FC236}">
                <a16:creationId xmlns:a16="http://schemas.microsoft.com/office/drawing/2014/main" id="{5AFEDE0A-0453-7C3D-90BC-64D4F1FD937E}"/>
              </a:ext>
            </a:extLst>
          </p:cNvPr>
          <p:cNvSpPr/>
          <p:nvPr/>
        </p:nvSpPr>
        <p:spPr>
          <a:xfrm>
            <a:off x="6487893" y="3226929"/>
            <a:ext cx="327656" cy="352436"/>
          </a:xfrm>
          <a:prstGeom prst="mathMultiply">
            <a:avLst>
              <a:gd name="adj1" fmla="val 15804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L-Shape 32">
            <a:extLst>
              <a:ext uri="{FF2B5EF4-FFF2-40B4-BE49-F238E27FC236}">
                <a16:creationId xmlns:a16="http://schemas.microsoft.com/office/drawing/2014/main" id="{4EB6389D-A5D3-7A25-6167-559638CB8440}"/>
              </a:ext>
            </a:extLst>
          </p:cNvPr>
          <p:cNvSpPr/>
          <p:nvPr/>
        </p:nvSpPr>
        <p:spPr>
          <a:xfrm rot="19142757">
            <a:off x="6803740" y="4514850"/>
            <a:ext cx="375073" cy="166303"/>
          </a:xfrm>
          <a:prstGeom prst="corner">
            <a:avLst>
              <a:gd name="adj1" fmla="val 42284"/>
              <a:gd name="adj2" fmla="val 40356"/>
            </a:avLst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L-Shape 33">
            <a:extLst>
              <a:ext uri="{FF2B5EF4-FFF2-40B4-BE49-F238E27FC236}">
                <a16:creationId xmlns:a16="http://schemas.microsoft.com/office/drawing/2014/main" id="{2181CCE1-EA9F-7DCB-B9EB-DA57629AF417}"/>
              </a:ext>
            </a:extLst>
          </p:cNvPr>
          <p:cNvSpPr/>
          <p:nvPr/>
        </p:nvSpPr>
        <p:spPr>
          <a:xfrm rot="19142757">
            <a:off x="6858580" y="5129741"/>
            <a:ext cx="375073" cy="166303"/>
          </a:xfrm>
          <a:prstGeom prst="corner">
            <a:avLst>
              <a:gd name="adj1" fmla="val 42284"/>
              <a:gd name="adj2" fmla="val 40356"/>
            </a:avLst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Minus Sign 34">
            <a:extLst>
              <a:ext uri="{FF2B5EF4-FFF2-40B4-BE49-F238E27FC236}">
                <a16:creationId xmlns:a16="http://schemas.microsoft.com/office/drawing/2014/main" id="{8D4D9E2F-953A-48F1-E3B2-4389B7D250FF}"/>
              </a:ext>
            </a:extLst>
          </p:cNvPr>
          <p:cNvSpPr/>
          <p:nvPr/>
        </p:nvSpPr>
        <p:spPr>
          <a:xfrm>
            <a:off x="6241831" y="1896156"/>
            <a:ext cx="392273" cy="252830"/>
          </a:xfrm>
          <a:prstGeom prst="mathMinus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1A75013-6401-3A81-D71B-E8BC05363AF6}"/>
              </a:ext>
            </a:extLst>
          </p:cNvPr>
          <p:cNvCxnSpPr>
            <a:cxnSpLocks/>
          </p:cNvCxnSpPr>
          <p:nvPr/>
        </p:nvCxnSpPr>
        <p:spPr>
          <a:xfrm flipV="1">
            <a:off x="5864942" y="2102292"/>
            <a:ext cx="538662" cy="4669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D8A5E1C-65E1-CE6E-756B-C15F339791D9}"/>
              </a:ext>
            </a:extLst>
          </p:cNvPr>
          <p:cNvCxnSpPr>
            <a:cxnSpLocks/>
          </p:cNvCxnSpPr>
          <p:nvPr/>
        </p:nvCxnSpPr>
        <p:spPr>
          <a:xfrm flipV="1">
            <a:off x="5949231" y="2803001"/>
            <a:ext cx="538662" cy="4669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80A959D-7C01-A4FB-F258-47234B7EC281}"/>
              </a:ext>
            </a:extLst>
          </p:cNvPr>
          <p:cNvSpPr txBox="1"/>
          <p:nvPr/>
        </p:nvSpPr>
        <p:spPr>
          <a:xfrm>
            <a:off x="6632038" y="1876338"/>
            <a:ext cx="1409916" cy="46166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Close, but slightly misaligned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0076B7-8B1D-8BCB-2418-891D8F81B2E9}"/>
              </a:ext>
            </a:extLst>
          </p:cNvPr>
          <p:cNvSpPr txBox="1"/>
          <p:nvPr/>
        </p:nvSpPr>
        <p:spPr>
          <a:xfrm>
            <a:off x="6849980" y="2491229"/>
            <a:ext cx="1290495" cy="27699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Fully misaligned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3F58983-0F10-2342-D8E9-A82701C43D18}"/>
              </a:ext>
            </a:extLst>
          </p:cNvPr>
          <p:cNvSpPr txBox="1"/>
          <p:nvPr/>
        </p:nvSpPr>
        <p:spPr>
          <a:xfrm>
            <a:off x="7301429" y="5027172"/>
            <a:ext cx="740525" cy="27699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Good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2E7C360-721E-042D-7EC8-16FB9EAC480C}"/>
              </a:ext>
            </a:extLst>
          </p:cNvPr>
          <p:cNvSpPr txBox="1"/>
          <p:nvPr/>
        </p:nvSpPr>
        <p:spPr>
          <a:xfrm>
            <a:off x="7271533" y="4412281"/>
            <a:ext cx="740525" cy="27699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Good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9A09BDF-7331-C3A0-E193-E2D64F57ECB8}"/>
              </a:ext>
            </a:extLst>
          </p:cNvPr>
          <p:cNvSpPr txBox="1"/>
          <p:nvPr/>
        </p:nvSpPr>
        <p:spPr>
          <a:xfrm>
            <a:off x="7005658" y="3836753"/>
            <a:ext cx="740525" cy="27699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Good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9DE8611-F4A3-0E36-3B92-BCC45755356B}"/>
              </a:ext>
            </a:extLst>
          </p:cNvPr>
          <p:cNvSpPr txBox="1"/>
          <p:nvPr/>
        </p:nvSpPr>
        <p:spPr>
          <a:xfrm>
            <a:off x="6818603" y="3220090"/>
            <a:ext cx="1290495" cy="27699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Fully misaligned</a:t>
            </a:r>
          </a:p>
        </p:txBody>
      </p:sp>
    </p:spTree>
    <p:extLst>
      <p:ext uri="{BB962C8B-B14F-4D97-AF65-F5344CB8AC3E}">
        <p14:creationId xmlns:p14="http://schemas.microsoft.com/office/powerpoint/2010/main" val="1651793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B7E6A-227E-D6F3-84DD-22D562218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6C9257-3A22-321A-5519-55A0665659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2833" y="0"/>
            <a:ext cx="5146334" cy="685800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A20660B-C112-41CC-AF7B-E1C5C24F2C6E}"/>
              </a:ext>
            </a:extLst>
          </p:cNvPr>
          <p:cNvCxnSpPr>
            <a:cxnSpLocks/>
          </p:cNvCxnSpPr>
          <p:nvPr/>
        </p:nvCxnSpPr>
        <p:spPr>
          <a:xfrm flipV="1">
            <a:off x="6096000" y="3836752"/>
            <a:ext cx="499872" cy="38197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94CD61B-169B-6A29-0A76-07AAB24EE758}"/>
              </a:ext>
            </a:extLst>
          </p:cNvPr>
          <p:cNvCxnSpPr>
            <a:cxnSpLocks/>
          </p:cNvCxnSpPr>
          <p:nvPr/>
        </p:nvCxnSpPr>
        <p:spPr>
          <a:xfrm flipV="1">
            <a:off x="6203794" y="4574653"/>
            <a:ext cx="538662" cy="4669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044D41-0FC3-92B6-DC5D-607F46D1C75D}"/>
              </a:ext>
            </a:extLst>
          </p:cNvPr>
          <p:cNvCxnSpPr>
            <a:cxnSpLocks/>
          </p:cNvCxnSpPr>
          <p:nvPr/>
        </p:nvCxnSpPr>
        <p:spPr>
          <a:xfrm flipV="1">
            <a:off x="6261315" y="5212891"/>
            <a:ext cx="481141" cy="51367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1E0B633-B934-138D-8AAA-9FF61C2DFC2B}"/>
              </a:ext>
            </a:extLst>
          </p:cNvPr>
          <p:cNvCxnSpPr>
            <a:cxnSpLocks/>
          </p:cNvCxnSpPr>
          <p:nvPr/>
        </p:nvCxnSpPr>
        <p:spPr>
          <a:xfrm flipV="1">
            <a:off x="5902650" y="2022570"/>
            <a:ext cx="453216" cy="10038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AB143A00-5D3B-13CB-0E2D-DB9B7983906D}"/>
              </a:ext>
            </a:extLst>
          </p:cNvPr>
          <p:cNvSpPr/>
          <p:nvPr/>
        </p:nvSpPr>
        <p:spPr>
          <a:xfrm>
            <a:off x="6632118" y="3627384"/>
            <a:ext cx="327656" cy="352436"/>
          </a:xfrm>
          <a:prstGeom prst="mathMultiply">
            <a:avLst>
              <a:gd name="adj1" fmla="val 15804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-Shape 8">
            <a:extLst>
              <a:ext uri="{FF2B5EF4-FFF2-40B4-BE49-F238E27FC236}">
                <a16:creationId xmlns:a16="http://schemas.microsoft.com/office/drawing/2014/main" id="{67BCAA4C-C61C-187A-752F-7BA3972C42FB}"/>
              </a:ext>
            </a:extLst>
          </p:cNvPr>
          <p:cNvSpPr/>
          <p:nvPr/>
        </p:nvSpPr>
        <p:spPr>
          <a:xfrm rot="19142757">
            <a:off x="6640717" y="2463280"/>
            <a:ext cx="375073" cy="166303"/>
          </a:xfrm>
          <a:prstGeom prst="corner">
            <a:avLst>
              <a:gd name="adj1" fmla="val 42284"/>
              <a:gd name="adj2" fmla="val 40356"/>
            </a:avLst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Multiplication Sign 9">
            <a:extLst>
              <a:ext uri="{FF2B5EF4-FFF2-40B4-BE49-F238E27FC236}">
                <a16:creationId xmlns:a16="http://schemas.microsoft.com/office/drawing/2014/main" id="{4EA2903D-673A-8F5E-5C21-69FC52FC3342}"/>
              </a:ext>
            </a:extLst>
          </p:cNvPr>
          <p:cNvSpPr/>
          <p:nvPr/>
        </p:nvSpPr>
        <p:spPr>
          <a:xfrm>
            <a:off x="6754773" y="4342792"/>
            <a:ext cx="327656" cy="352436"/>
          </a:xfrm>
          <a:prstGeom prst="mathMultiply">
            <a:avLst>
              <a:gd name="adj1" fmla="val 15804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-Shape 10">
            <a:extLst>
              <a:ext uri="{FF2B5EF4-FFF2-40B4-BE49-F238E27FC236}">
                <a16:creationId xmlns:a16="http://schemas.microsoft.com/office/drawing/2014/main" id="{3048FC1A-A04C-A589-A982-330AF09F8F8B}"/>
              </a:ext>
            </a:extLst>
          </p:cNvPr>
          <p:cNvSpPr/>
          <p:nvPr/>
        </p:nvSpPr>
        <p:spPr>
          <a:xfrm rot="19142757">
            <a:off x="6763373" y="3240194"/>
            <a:ext cx="375073" cy="166303"/>
          </a:xfrm>
          <a:prstGeom prst="corner">
            <a:avLst>
              <a:gd name="adj1" fmla="val 42284"/>
              <a:gd name="adj2" fmla="val 40356"/>
            </a:avLst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-Shape 11">
            <a:extLst>
              <a:ext uri="{FF2B5EF4-FFF2-40B4-BE49-F238E27FC236}">
                <a16:creationId xmlns:a16="http://schemas.microsoft.com/office/drawing/2014/main" id="{281E7000-8125-2B59-84B7-F4CE34A7EA17}"/>
              </a:ext>
            </a:extLst>
          </p:cNvPr>
          <p:cNvSpPr/>
          <p:nvPr/>
        </p:nvSpPr>
        <p:spPr>
          <a:xfrm rot="19142757">
            <a:off x="6858660" y="5110315"/>
            <a:ext cx="375073" cy="166303"/>
          </a:xfrm>
          <a:prstGeom prst="corner">
            <a:avLst>
              <a:gd name="adj1" fmla="val 42284"/>
              <a:gd name="adj2" fmla="val 40356"/>
            </a:avLst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Minus Sign 12">
            <a:extLst>
              <a:ext uri="{FF2B5EF4-FFF2-40B4-BE49-F238E27FC236}">
                <a16:creationId xmlns:a16="http://schemas.microsoft.com/office/drawing/2014/main" id="{D51DDEBB-1654-0405-FC1F-A7BB812D53EF}"/>
              </a:ext>
            </a:extLst>
          </p:cNvPr>
          <p:cNvSpPr/>
          <p:nvPr/>
        </p:nvSpPr>
        <p:spPr>
          <a:xfrm>
            <a:off x="6241911" y="1781721"/>
            <a:ext cx="392273" cy="252830"/>
          </a:xfrm>
          <a:prstGeom prst="mathMinus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7A98001-74D7-3540-AF7C-1BA26DEBC751}"/>
              </a:ext>
            </a:extLst>
          </p:cNvPr>
          <p:cNvCxnSpPr>
            <a:cxnSpLocks/>
          </p:cNvCxnSpPr>
          <p:nvPr/>
        </p:nvCxnSpPr>
        <p:spPr>
          <a:xfrm flipV="1">
            <a:off x="6050922" y="3438403"/>
            <a:ext cx="538662" cy="4669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7B3A270-58C0-2959-6833-5171F133271E}"/>
              </a:ext>
            </a:extLst>
          </p:cNvPr>
          <p:cNvCxnSpPr>
            <a:cxnSpLocks/>
          </p:cNvCxnSpPr>
          <p:nvPr/>
        </p:nvCxnSpPr>
        <p:spPr>
          <a:xfrm flipV="1">
            <a:off x="5954397" y="2680278"/>
            <a:ext cx="518728" cy="23347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55EBA7F-E5FA-0842-634C-F4154C89E0BB}"/>
              </a:ext>
            </a:extLst>
          </p:cNvPr>
          <p:cNvSpPr txBox="1"/>
          <p:nvPr/>
        </p:nvSpPr>
        <p:spPr>
          <a:xfrm>
            <a:off x="6632118" y="1761903"/>
            <a:ext cx="1409916" cy="46166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Close, but slightly misaligned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9FA9DF-A828-5DD0-5D9C-8900B7BE3567}"/>
              </a:ext>
            </a:extLst>
          </p:cNvPr>
          <p:cNvSpPr txBox="1"/>
          <p:nvPr/>
        </p:nvSpPr>
        <p:spPr>
          <a:xfrm>
            <a:off x="6990665" y="3670999"/>
            <a:ext cx="1290495" cy="27699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Fully misaligned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A12C5B-4508-C20E-70DB-D3C26F9F29C4}"/>
              </a:ext>
            </a:extLst>
          </p:cNvPr>
          <p:cNvSpPr txBox="1"/>
          <p:nvPr/>
        </p:nvSpPr>
        <p:spPr>
          <a:xfrm>
            <a:off x="7301509" y="5007746"/>
            <a:ext cx="740525" cy="27699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Good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122CFA-B0D4-35E5-DE14-A5F2F4F3B8B9}"/>
              </a:ext>
            </a:extLst>
          </p:cNvPr>
          <p:cNvSpPr txBox="1"/>
          <p:nvPr/>
        </p:nvSpPr>
        <p:spPr>
          <a:xfrm>
            <a:off x="7231166" y="3137625"/>
            <a:ext cx="740525" cy="27699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Good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3ACA49-A5DB-91C3-C1F9-34D4D5DDC8B9}"/>
              </a:ext>
            </a:extLst>
          </p:cNvPr>
          <p:cNvSpPr txBox="1"/>
          <p:nvPr/>
        </p:nvSpPr>
        <p:spPr>
          <a:xfrm>
            <a:off x="7024390" y="2426626"/>
            <a:ext cx="740525" cy="27699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Good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896DD8-780A-1753-CF76-6CCDEC141596}"/>
              </a:ext>
            </a:extLst>
          </p:cNvPr>
          <p:cNvSpPr txBox="1"/>
          <p:nvPr/>
        </p:nvSpPr>
        <p:spPr>
          <a:xfrm>
            <a:off x="7085483" y="4335953"/>
            <a:ext cx="1290495" cy="27699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Fully misaligned</a:t>
            </a:r>
          </a:p>
        </p:txBody>
      </p:sp>
    </p:spTree>
    <p:extLst>
      <p:ext uri="{BB962C8B-B14F-4D97-AF65-F5344CB8AC3E}">
        <p14:creationId xmlns:p14="http://schemas.microsoft.com/office/powerpoint/2010/main" val="2777186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1F0A1-AD62-7086-5684-076D56E7C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6C2CBA-DF3D-BF10-8CBD-7A00C2E214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253" y="-213360"/>
            <a:ext cx="514633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AFCEC9-BA0C-9D9C-A1D6-CBA2A796539B}"/>
              </a:ext>
            </a:extLst>
          </p:cNvPr>
          <p:cNvSpPr txBox="1"/>
          <p:nvPr/>
        </p:nvSpPr>
        <p:spPr>
          <a:xfrm>
            <a:off x="6568965" y="1929281"/>
            <a:ext cx="1957815" cy="101566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These holes should align, but they don’t, so the next piece will be slightly offset, leading to gaps in the outer ring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BC6F5A7-4B76-A964-73A6-4F93918EF32A}"/>
              </a:ext>
            </a:extLst>
          </p:cNvPr>
          <p:cNvSpPr/>
          <p:nvPr/>
        </p:nvSpPr>
        <p:spPr>
          <a:xfrm>
            <a:off x="5675704" y="2202180"/>
            <a:ext cx="739140" cy="66294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40512F4-3A84-36C8-7E79-94C4D4968061}"/>
              </a:ext>
            </a:extLst>
          </p:cNvPr>
          <p:cNvCxnSpPr>
            <a:stCxn id="6" idx="6"/>
          </p:cNvCxnSpPr>
          <p:nvPr/>
        </p:nvCxnSpPr>
        <p:spPr>
          <a:xfrm flipV="1">
            <a:off x="6414844" y="2437112"/>
            <a:ext cx="154121" cy="965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4137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CD32C-B5A6-4796-DEF1-E8FD29BD9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ECF7AC-DF7F-EDF1-AE0C-FA640D64DB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0" y="0"/>
            <a:ext cx="51435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4811AD80-78D1-B411-D91C-871881A7FBF2}"/>
              </a:ext>
            </a:extLst>
          </p:cNvPr>
          <p:cNvSpPr/>
          <p:nvPr/>
        </p:nvSpPr>
        <p:spPr>
          <a:xfrm>
            <a:off x="5114334" y="2598157"/>
            <a:ext cx="745184" cy="830843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139473B-D342-D7A3-21E2-C132CEDFFC08}"/>
              </a:ext>
            </a:extLst>
          </p:cNvPr>
          <p:cNvSpPr/>
          <p:nvPr/>
        </p:nvSpPr>
        <p:spPr>
          <a:xfrm>
            <a:off x="5997203" y="3059561"/>
            <a:ext cx="745185" cy="830843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FE0AAA-E750-5763-DBCF-C25AFB9C26BA}"/>
              </a:ext>
            </a:extLst>
          </p:cNvPr>
          <p:cNvSpPr txBox="1"/>
          <p:nvPr/>
        </p:nvSpPr>
        <p:spPr>
          <a:xfrm>
            <a:off x="4679205" y="3994301"/>
            <a:ext cx="2535095" cy="646331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Screw misalignment causes gaps in inner ring, interrupting gear and rack meshing</a:t>
            </a:r>
          </a:p>
        </p:txBody>
      </p:sp>
    </p:spTree>
    <p:extLst>
      <p:ext uri="{BB962C8B-B14F-4D97-AF65-F5344CB8AC3E}">
        <p14:creationId xmlns:p14="http://schemas.microsoft.com/office/powerpoint/2010/main" val="622957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7FE1A-B958-1605-41E4-EEB8EE9D1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2706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7CDD8-4D4F-62BB-AC79-F7DA0CFA2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2968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87F1-BD51-8EC7-534E-2A3354B7C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1540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83</Words>
  <Application>Microsoft Office PowerPoint</Application>
  <PresentationFormat>Widescreen</PresentationFormat>
  <Paragraphs>15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Maushard, Neil Joseph</dc:creator>
  <cp:lastModifiedBy>Maushard, Neil Joseph</cp:lastModifiedBy>
  <cp:revision>1</cp:revision>
  <dcterms:created xsi:type="dcterms:W3CDTF">2026-02-02T20:40:26Z</dcterms:created>
  <dcterms:modified xsi:type="dcterms:W3CDTF">2026-02-02T21:22:55Z</dcterms:modified>
</cp:coreProperties>
</file>